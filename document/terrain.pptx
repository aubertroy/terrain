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3" d="100"/>
          <a:sy n="93" d="100"/>
        </p:scale>
        <p:origin x="-1524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45885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9443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05747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38165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6232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267438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4474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43729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60424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185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13522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CA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A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A95906-C7C1-49B4-BB2F-D5ED133CE027}" type="datetimeFigureOut">
              <a:rPr lang="fr-CA" smtClean="0"/>
              <a:t>2026-05-19</a:t>
            </a:fld>
            <a:endParaRPr lang="fr-CA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37529C-D96A-49E2-9004-4297A91CCDB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09573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6" name="ZoneTexte 5"/>
          <p:cNvSpPr txBox="1"/>
          <p:nvPr/>
        </p:nvSpPr>
        <p:spPr>
          <a:xfrm rot="20238446">
            <a:off x="3858573" y="2872250"/>
            <a:ext cx="302820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5400" dirty="0" smtClean="0">
                <a:solidFill>
                  <a:srgbClr val="FF0000"/>
                </a:solidFill>
              </a:rPr>
              <a:t>New </a:t>
            </a:r>
            <a:r>
              <a:rPr lang="fr-CA" sz="5400" dirty="0" err="1" smtClean="0">
                <a:solidFill>
                  <a:srgbClr val="FF0000"/>
                </a:solidFill>
              </a:rPr>
              <a:t>price</a:t>
            </a:r>
            <a:endParaRPr lang="fr-CA" sz="5400" dirty="0" smtClean="0">
              <a:solidFill>
                <a:srgbClr val="FF0000"/>
              </a:solidFill>
            </a:endParaRPr>
          </a:p>
          <a:p>
            <a:r>
              <a:rPr lang="fr-CA" sz="5400" dirty="0" smtClean="0">
                <a:solidFill>
                  <a:srgbClr val="FF0000"/>
                </a:solidFill>
              </a:rPr>
              <a:t>17.5 % off</a:t>
            </a:r>
            <a:r>
              <a:rPr lang="fr-CA" dirty="0" smtClean="0">
                <a:solidFill>
                  <a:srgbClr val="FF0000"/>
                </a:solidFill>
              </a:rPr>
              <a:t> </a:t>
            </a:r>
            <a:endParaRPr lang="fr-C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15495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7389"/>
            <a:ext cx="9144000" cy="4503221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 rot="20238446">
            <a:off x="2911906" y="2872250"/>
            <a:ext cx="492154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sz="5400" dirty="0" smtClean="0">
                <a:solidFill>
                  <a:srgbClr val="FF0000"/>
                </a:solidFill>
              </a:rPr>
              <a:t>Nouveau prix</a:t>
            </a:r>
          </a:p>
          <a:p>
            <a:r>
              <a:rPr lang="fr-CA" sz="5400" dirty="0" smtClean="0">
                <a:solidFill>
                  <a:srgbClr val="FF0000"/>
                </a:solidFill>
              </a:rPr>
              <a:t>Rabais de 17.5 %</a:t>
            </a:r>
            <a:endParaRPr lang="fr-C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263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11</Words>
  <Application>Microsoft Office PowerPoint</Application>
  <PresentationFormat>Affichage à l'écran (4:3)</PresentationFormat>
  <Paragraphs>4</Paragraphs>
  <Slides>2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3" baseType="lpstr">
      <vt:lpstr>Thème Office</vt:lpstr>
      <vt:lpstr>Présentation PowerPoint</vt:lpstr>
      <vt:lpstr>Présentation PowerPoint</vt:lpstr>
    </vt:vector>
  </TitlesOfParts>
  <Company>Microsoft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T3600</dc:creator>
  <cp:lastModifiedBy>T3600</cp:lastModifiedBy>
  <cp:revision>4</cp:revision>
  <dcterms:created xsi:type="dcterms:W3CDTF">2026-05-19T20:01:19Z</dcterms:created>
  <dcterms:modified xsi:type="dcterms:W3CDTF">2026-05-20T00:00:22Z</dcterms:modified>
</cp:coreProperties>
</file>