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28" d="100"/>
          <a:sy n="128" d="100"/>
        </p:scale>
        <p:origin x="2700" y="1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45885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9443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05747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38165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6232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267438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4474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437294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604245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185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135225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A95906-C7C1-49B4-BB2F-D5ED133CE027}" type="datetimeFigureOut">
              <a:rPr lang="fr-CA" smtClean="0"/>
              <a:t>2026-05-23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09573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77389"/>
            <a:ext cx="9144000" cy="4503221"/>
          </a:xfrm>
          <a:prstGeom prst="rect">
            <a:avLst/>
          </a:prstGeom>
        </p:spPr>
      </p:pic>
      <p:sp>
        <p:nvSpPr>
          <p:cNvPr id="6" name="ZoneTexte 5"/>
          <p:cNvSpPr txBox="1"/>
          <p:nvPr/>
        </p:nvSpPr>
        <p:spPr>
          <a:xfrm rot="20238446">
            <a:off x="3844210" y="2872250"/>
            <a:ext cx="305692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sz="5400" dirty="0">
                <a:solidFill>
                  <a:srgbClr val="FF0000"/>
                </a:solidFill>
              </a:rPr>
              <a:t>New Price</a:t>
            </a:r>
          </a:p>
          <a:p>
            <a:r>
              <a:rPr lang="fr-CA" sz="5400" dirty="0">
                <a:solidFill>
                  <a:srgbClr val="FF0000"/>
                </a:solidFill>
              </a:rPr>
              <a:t>17.5 % off</a:t>
            </a:r>
            <a:r>
              <a:rPr lang="fr-CA" dirty="0">
                <a:solidFill>
                  <a:srgbClr val="FF00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31549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77389"/>
            <a:ext cx="9144000" cy="4503221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 rot="20238446">
            <a:off x="2911906" y="2872250"/>
            <a:ext cx="492154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sz="5400" dirty="0">
                <a:solidFill>
                  <a:srgbClr val="FF0000"/>
                </a:solidFill>
              </a:rPr>
              <a:t>Nouveau prix</a:t>
            </a:r>
          </a:p>
          <a:p>
            <a:r>
              <a:rPr lang="fr-CA" sz="5400" dirty="0">
                <a:solidFill>
                  <a:srgbClr val="FF0000"/>
                </a:solidFill>
              </a:rPr>
              <a:t>Rabais de 17.5 %</a:t>
            </a:r>
            <a:endParaRPr lang="fr-CA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263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41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D6809824-A6E4-8B57-7E79-84A4729C25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885" y="0"/>
            <a:ext cx="7462229" cy="685800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CD36A106-FFB2-459F-7ECB-9B4731D9FE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20072" y="4005064"/>
            <a:ext cx="3793132" cy="2375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4688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4BA1260F-90C2-FE70-1409-057F67535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3083"/>
            <a:ext cx="9144000" cy="577183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287DF8DB-6DC8-878D-394B-91FFE0093410}"/>
              </a:ext>
            </a:extLst>
          </p:cNvPr>
          <p:cNvSpPr txBox="1"/>
          <p:nvPr/>
        </p:nvSpPr>
        <p:spPr>
          <a:xfrm>
            <a:off x="3122674" y="1772816"/>
            <a:ext cx="60514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noProof="0" dirty="0">
                <a:solidFill>
                  <a:srgbClr val="FF0000"/>
                </a:solidFill>
              </a:rPr>
              <a:t>Land to sell in East Bolton - Québec</a:t>
            </a:r>
          </a:p>
        </p:txBody>
      </p:sp>
    </p:spTree>
    <p:extLst>
      <p:ext uri="{BB962C8B-B14F-4D97-AF65-F5344CB8AC3E}">
        <p14:creationId xmlns:p14="http://schemas.microsoft.com/office/powerpoint/2010/main" val="304601791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1349</TotalTime>
  <Words>19</Words>
  <Application>Microsoft Office PowerPoint</Application>
  <PresentationFormat>Affichage à l'écran (4:3)</PresentationFormat>
  <Paragraphs>5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7" baseType="lpstr">
      <vt:lpstr>Arial</vt:lpstr>
      <vt:lpstr>Calibri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T3600</dc:creator>
  <cp:lastModifiedBy>Charles Roy</cp:lastModifiedBy>
  <cp:revision>11</cp:revision>
  <dcterms:created xsi:type="dcterms:W3CDTF">2026-05-19T20:01:19Z</dcterms:created>
  <dcterms:modified xsi:type="dcterms:W3CDTF">2026-05-23T20:02:58Z</dcterms:modified>
</cp:coreProperties>
</file>