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9144000" cy="6858000" type="screen4x3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93" d="100"/>
          <a:sy n="93" d="100"/>
        </p:scale>
        <p:origin x="-1524" y="-9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fr-CA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smtClean="0"/>
              <a:t>Modifiez le style des sous-titres du masque</a:t>
            </a:r>
            <a:endParaRPr lang="fr-CA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A95906-C7C1-49B4-BB2F-D5ED133CE027}" type="datetimeFigureOut">
              <a:rPr lang="fr-CA" smtClean="0"/>
              <a:t>2026-05-19</a:t>
            </a:fld>
            <a:endParaRPr lang="fr-CA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7529C-D96A-49E2-9004-4297A91CCDBA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2458855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CA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CA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A95906-C7C1-49B4-BB2F-D5ED133CE027}" type="datetimeFigureOut">
              <a:rPr lang="fr-CA" smtClean="0"/>
              <a:t>2026-05-19</a:t>
            </a:fld>
            <a:endParaRPr lang="fr-CA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7529C-D96A-49E2-9004-4297A91CCDBA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9494439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 smtClean="0"/>
              <a:t>Modifiez le style du titre</a:t>
            </a:r>
            <a:endParaRPr lang="fr-CA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A95906-C7C1-49B4-BB2F-D5ED133CE027}" type="datetimeFigureOut">
              <a:rPr lang="fr-CA" smtClean="0"/>
              <a:t>2026-05-19</a:t>
            </a:fld>
            <a:endParaRPr lang="fr-CA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7529C-D96A-49E2-9004-4297A91CCDBA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4057472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CA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CA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CA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A95906-C7C1-49B4-BB2F-D5ED133CE027}" type="datetimeFigureOut">
              <a:rPr lang="fr-CA" smtClean="0"/>
              <a:t>2026-05-19</a:t>
            </a:fld>
            <a:endParaRPr lang="fr-CA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7529C-D96A-49E2-9004-4297A91CCDBA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8381652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 smtClean="0"/>
              <a:t>Modifiez le style du titre</a:t>
            </a:r>
            <a:endParaRPr lang="fr-CA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CA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CA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A95906-C7C1-49B4-BB2F-D5ED133CE027}" type="datetimeFigureOut">
              <a:rPr lang="fr-CA" smtClean="0"/>
              <a:t>2026-05-19</a:t>
            </a:fld>
            <a:endParaRPr lang="fr-CA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7529C-D96A-49E2-9004-4297A91CCDBA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7562327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CA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A95906-C7C1-49B4-BB2F-D5ED133CE027}" type="datetimeFigureOut">
              <a:rPr lang="fr-CA" smtClean="0"/>
              <a:t>2026-05-19</a:t>
            </a:fld>
            <a:endParaRPr lang="fr-CA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7529C-D96A-49E2-9004-4297A91CCDBA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7267438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A95906-C7C1-49B4-BB2F-D5ED133CE027}" type="datetimeFigureOut">
              <a:rPr lang="fr-CA" smtClean="0"/>
              <a:t>2026-05-19</a:t>
            </a:fld>
            <a:endParaRPr lang="fr-CA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7529C-D96A-49E2-9004-4297A91CCDBA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644745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smtClean="0"/>
              <a:t>Modifiez le style du titre</a:t>
            </a:r>
            <a:endParaRPr lang="fr-CA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CA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A95906-C7C1-49B4-BB2F-D5ED133CE027}" type="datetimeFigureOut">
              <a:rPr lang="fr-CA" smtClean="0"/>
              <a:t>2026-05-19</a:t>
            </a:fld>
            <a:endParaRPr lang="fr-CA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7529C-D96A-49E2-9004-4297A91CCDBA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0437294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smtClean="0"/>
              <a:t>Modifiez le style du titre</a:t>
            </a:r>
            <a:endParaRPr lang="fr-CA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A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A95906-C7C1-49B4-BB2F-D5ED133CE027}" type="datetimeFigureOut">
              <a:rPr lang="fr-CA" smtClean="0"/>
              <a:t>2026-05-19</a:t>
            </a:fld>
            <a:endParaRPr lang="fr-CA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7529C-D96A-49E2-9004-4297A91CCDBA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604245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CA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CA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A95906-C7C1-49B4-BB2F-D5ED133CE027}" type="datetimeFigureOut">
              <a:rPr lang="fr-CA" smtClean="0"/>
              <a:t>2026-05-19</a:t>
            </a:fld>
            <a:endParaRPr lang="fr-CA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7529C-D96A-49E2-9004-4297A91CCDBA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101856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fr-CA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CA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A95906-C7C1-49B4-BB2F-D5ED133CE027}" type="datetimeFigureOut">
              <a:rPr lang="fr-CA" smtClean="0"/>
              <a:t>2026-05-19</a:t>
            </a:fld>
            <a:endParaRPr lang="fr-CA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7529C-D96A-49E2-9004-4297A91CCDBA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4135225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fr-CA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CA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AA95906-C7C1-49B4-BB2F-D5ED133CE027}" type="datetimeFigureOut">
              <a:rPr lang="fr-CA" smtClean="0"/>
              <a:t>2026-05-19</a:t>
            </a:fld>
            <a:endParaRPr lang="fr-CA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CA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037529C-D96A-49E2-9004-4297A91CCDBA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4095734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77389"/>
            <a:ext cx="9144000" cy="4503221"/>
          </a:xfrm>
          <a:prstGeom prst="rect">
            <a:avLst/>
          </a:prstGeom>
        </p:spPr>
      </p:pic>
      <p:sp>
        <p:nvSpPr>
          <p:cNvPr id="6" name="ZoneTexte 5"/>
          <p:cNvSpPr txBox="1"/>
          <p:nvPr/>
        </p:nvSpPr>
        <p:spPr>
          <a:xfrm rot="20238446">
            <a:off x="3844210" y="2872250"/>
            <a:ext cx="3056927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A" sz="5400" dirty="0" smtClean="0">
                <a:solidFill>
                  <a:srgbClr val="FF0000"/>
                </a:solidFill>
              </a:rPr>
              <a:t>New Price</a:t>
            </a:r>
          </a:p>
          <a:p>
            <a:r>
              <a:rPr lang="fr-CA" sz="5400" dirty="0" smtClean="0">
                <a:solidFill>
                  <a:srgbClr val="FF0000"/>
                </a:solidFill>
              </a:rPr>
              <a:t>17.5 % off</a:t>
            </a:r>
            <a:r>
              <a:rPr lang="fr-CA" dirty="0" smtClean="0">
                <a:solidFill>
                  <a:srgbClr val="FF0000"/>
                </a:solidFill>
              </a:rPr>
              <a:t> </a:t>
            </a:r>
            <a:endParaRPr lang="fr-CA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315495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77389"/>
            <a:ext cx="9144000" cy="4503221"/>
          </a:xfrm>
          <a:prstGeom prst="rect">
            <a:avLst/>
          </a:prstGeom>
        </p:spPr>
      </p:pic>
      <p:sp>
        <p:nvSpPr>
          <p:cNvPr id="3" name="ZoneTexte 2"/>
          <p:cNvSpPr txBox="1"/>
          <p:nvPr/>
        </p:nvSpPr>
        <p:spPr>
          <a:xfrm rot="20238446">
            <a:off x="2911906" y="2872250"/>
            <a:ext cx="4921540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A" sz="5400" dirty="0" smtClean="0">
                <a:solidFill>
                  <a:srgbClr val="FF0000"/>
                </a:solidFill>
              </a:rPr>
              <a:t>Nouveau prix</a:t>
            </a:r>
          </a:p>
          <a:p>
            <a:r>
              <a:rPr lang="fr-CA" sz="5400" dirty="0" smtClean="0">
                <a:solidFill>
                  <a:srgbClr val="FF0000"/>
                </a:solidFill>
              </a:rPr>
              <a:t>Rabais de 17.5 %</a:t>
            </a:r>
            <a:endParaRPr lang="fr-CA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72637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954</TotalTime>
  <Words>11</Words>
  <Application>Microsoft Office PowerPoint</Application>
  <PresentationFormat>Affichage à l'écran (4:3)</PresentationFormat>
  <Paragraphs>4</Paragraphs>
  <Slides>2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2</vt:i4>
      </vt:variant>
    </vt:vector>
  </HeadingPairs>
  <TitlesOfParts>
    <vt:vector size="3" baseType="lpstr">
      <vt:lpstr>Thème Office</vt:lpstr>
      <vt:lpstr>Présentation PowerPoint</vt:lpstr>
      <vt:lpstr>Présentation PowerPoint</vt:lpstr>
    </vt:vector>
  </TitlesOfParts>
  <Company>Microsoft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T3600</dc:creator>
  <cp:lastModifiedBy>T3600</cp:lastModifiedBy>
  <cp:revision>7</cp:revision>
  <dcterms:created xsi:type="dcterms:W3CDTF">2026-05-19T20:01:19Z</dcterms:created>
  <dcterms:modified xsi:type="dcterms:W3CDTF">2026-05-20T11:55:35Z</dcterms:modified>
</cp:coreProperties>
</file>