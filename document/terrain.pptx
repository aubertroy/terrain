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-1572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58573" y="2872250"/>
            <a:ext cx="30282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 smtClean="0">
                <a:solidFill>
                  <a:srgbClr val="FF0000"/>
                </a:solidFill>
              </a:rPr>
              <a:t>New </a:t>
            </a:r>
            <a:r>
              <a:rPr lang="fr-CA" sz="5400" dirty="0" err="1" smtClean="0">
                <a:solidFill>
                  <a:srgbClr val="FF0000"/>
                </a:solidFill>
              </a:rPr>
              <a:t>price</a:t>
            </a:r>
            <a:endParaRPr lang="fr-CA" sz="5400" dirty="0" smtClean="0">
              <a:solidFill>
                <a:srgbClr val="FF0000"/>
              </a:solidFill>
            </a:endParaRPr>
          </a:p>
          <a:p>
            <a:r>
              <a:rPr lang="fr-CA" sz="5400" dirty="0" smtClean="0">
                <a:solidFill>
                  <a:srgbClr val="FF0000"/>
                </a:solidFill>
              </a:rPr>
              <a:t>30 % off</a:t>
            </a:r>
            <a:r>
              <a:rPr lang="fr-CA" dirty="0" smtClean="0">
                <a:solidFill>
                  <a:srgbClr val="FF0000"/>
                </a:solidFill>
              </a:rPr>
              <a:t> 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</Words>
  <Application>Microsoft Office PowerPoint</Application>
  <PresentationFormat>Affichage à l'écran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T3600</cp:lastModifiedBy>
  <cp:revision>1</cp:revision>
  <dcterms:created xsi:type="dcterms:W3CDTF">2026-05-19T20:01:19Z</dcterms:created>
  <dcterms:modified xsi:type="dcterms:W3CDTF">2026-05-19T20:07:28Z</dcterms:modified>
</cp:coreProperties>
</file>