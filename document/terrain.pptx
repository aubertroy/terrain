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8" d="100"/>
          <a:sy n="128" d="100"/>
        </p:scale>
        <p:origin x="2700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45885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9443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05747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8165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623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6743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447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43729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60424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185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1352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09573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 rot="20238446">
            <a:off x="3844210" y="2872250"/>
            <a:ext cx="305692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>
                <a:solidFill>
                  <a:srgbClr val="FF0000"/>
                </a:solidFill>
              </a:rPr>
              <a:t>New Price</a:t>
            </a:r>
          </a:p>
          <a:p>
            <a:r>
              <a:rPr lang="fr-CA" sz="5400" dirty="0">
                <a:solidFill>
                  <a:srgbClr val="FF0000"/>
                </a:solidFill>
              </a:rPr>
              <a:t>17.5 % off</a:t>
            </a:r>
            <a:r>
              <a:rPr lang="fr-CA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31549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 rot="20238446">
            <a:off x="2911906" y="2872250"/>
            <a:ext cx="4921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>
                <a:solidFill>
                  <a:srgbClr val="FF0000"/>
                </a:solidFill>
              </a:rPr>
              <a:t>Nouveau prix</a:t>
            </a:r>
          </a:p>
          <a:p>
            <a:r>
              <a:rPr lang="fr-CA" sz="5400" dirty="0">
                <a:solidFill>
                  <a:srgbClr val="FF0000"/>
                </a:solidFill>
              </a:rPr>
              <a:t>Rabais de 17.5 %</a:t>
            </a:r>
            <a:endParaRPr lang="fr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263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4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6809824-A6E4-8B57-7E79-84A4729C2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85" y="0"/>
            <a:ext cx="7462229" cy="6858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D36A106-FFB2-459F-7ECB-9B4731D9F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20072" y="4005064"/>
            <a:ext cx="3793132" cy="237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468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BA1260F-90C2-FE70-1409-057F67535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3083"/>
            <a:ext cx="9144000" cy="577183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287DF8DB-6DC8-878D-394B-91FFE0093410}"/>
              </a:ext>
            </a:extLst>
          </p:cNvPr>
          <p:cNvSpPr txBox="1"/>
          <p:nvPr/>
        </p:nvSpPr>
        <p:spPr>
          <a:xfrm>
            <a:off x="3122674" y="1772816"/>
            <a:ext cx="60514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noProof="0" dirty="0">
                <a:solidFill>
                  <a:srgbClr val="FF0000"/>
                </a:solidFill>
              </a:rPr>
              <a:t>Land to sell in East Bolton - Québec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BD0A6-6252-E2E7-96AE-D416B7077D8A}"/>
              </a:ext>
            </a:extLst>
          </p:cNvPr>
          <p:cNvSpPr/>
          <p:nvPr/>
        </p:nvSpPr>
        <p:spPr>
          <a:xfrm>
            <a:off x="107504" y="5949280"/>
            <a:ext cx="50405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AE79E5-30C7-E094-01E3-983776AF6197}"/>
              </a:ext>
            </a:extLst>
          </p:cNvPr>
          <p:cNvSpPr/>
          <p:nvPr/>
        </p:nvSpPr>
        <p:spPr>
          <a:xfrm>
            <a:off x="2483768" y="2213575"/>
            <a:ext cx="560825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8DA611-5957-0F0C-121A-E51C76A84698}"/>
              </a:ext>
            </a:extLst>
          </p:cNvPr>
          <p:cNvSpPr/>
          <p:nvPr/>
        </p:nvSpPr>
        <p:spPr>
          <a:xfrm>
            <a:off x="1115616" y="3068960"/>
            <a:ext cx="50405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691874-1536-5A47-CE40-41F561AB7DAB}"/>
              </a:ext>
            </a:extLst>
          </p:cNvPr>
          <p:cNvSpPr/>
          <p:nvPr/>
        </p:nvSpPr>
        <p:spPr>
          <a:xfrm>
            <a:off x="6660232" y="2241805"/>
            <a:ext cx="648072" cy="232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460179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19</Words>
  <Application>Microsoft Office PowerPoint</Application>
  <PresentationFormat>Affichage à l'écran (4:3)</PresentationFormat>
  <Paragraphs>5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7" baseType="lpstr">
      <vt:lpstr>Arial</vt:lpstr>
      <vt:lpstr>Calibri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T3600</dc:creator>
  <cp:lastModifiedBy>Charles Roy</cp:lastModifiedBy>
  <cp:revision>12</cp:revision>
  <dcterms:created xsi:type="dcterms:W3CDTF">2026-05-19T20:01:19Z</dcterms:created>
  <dcterms:modified xsi:type="dcterms:W3CDTF">2026-05-23T20:30:49Z</dcterms:modified>
</cp:coreProperties>
</file>