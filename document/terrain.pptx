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270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5885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944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574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816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623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674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47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372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042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18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352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95906-C7C1-49B4-BB2F-D5ED133CE027}" type="datetimeFigureOut">
              <a:rPr lang="fr-CA" smtClean="0"/>
              <a:t>2026-07-30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7529C-D96A-49E2-9004-4297A91CCDB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957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389"/>
            <a:ext cx="9144000" cy="450322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 rot="20238446">
            <a:off x="3844210" y="2872250"/>
            <a:ext cx="30569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5400" dirty="0">
                <a:solidFill>
                  <a:srgbClr val="FF0000"/>
                </a:solidFill>
              </a:rPr>
              <a:t>New Price</a:t>
            </a:r>
          </a:p>
          <a:p>
            <a:r>
              <a:rPr lang="fr-CA" sz="5400" dirty="0">
                <a:solidFill>
                  <a:srgbClr val="FF0000"/>
                </a:solidFill>
              </a:rPr>
              <a:t>17.5 % off</a:t>
            </a:r>
            <a:r>
              <a:rPr lang="fr-CA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154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389"/>
            <a:ext cx="9144000" cy="450322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 rot="20238446">
            <a:off x="2911906" y="2872250"/>
            <a:ext cx="49215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5400" dirty="0">
                <a:solidFill>
                  <a:srgbClr val="FF0000"/>
                </a:solidFill>
              </a:rPr>
              <a:t>Nouveau prix</a:t>
            </a:r>
          </a:p>
          <a:p>
            <a:r>
              <a:rPr lang="fr-CA" sz="5400" dirty="0">
                <a:solidFill>
                  <a:srgbClr val="FF0000"/>
                </a:solidFill>
              </a:rPr>
              <a:t>Rabais de 17.5 %</a:t>
            </a:r>
            <a:endParaRPr lang="fr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6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A8D0DA9-9CAB-AB30-9EB6-C0AED48E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389"/>
            <a:ext cx="9144000" cy="450322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26277B-DD30-FFD4-B835-C7BC305ED7AE}"/>
              </a:ext>
            </a:extLst>
          </p:cNvPr>
          <p:cNvSpPr txBox="1"/>
          <p:nvPr/>
        </p:nvSpPr>
        <p:spPr>
          <a:xfrm rot="20021038">
            <a:off x="3272609" y="252238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dirty="0">
                <a:solidFill>
                  <a:srgbClr val="FF0000"/>
                </a:solidFill>
              </a:rPr>
              <a:t>Prix révisé</a:t>
            </a:r>
          </a:p>
        </p:txBody>
      </p:sp>
    </p:spTree>
    <p:extLst>
      <p:ext uri="{BB962C8B-B14F-4D97-AF65-F5344CB8AC3E}">
        <p14:creationId xmlns:p14="http://schemas.microsoft.com/office/powerpoint/2010/main" val="266727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20ADCC-BBA2-8DDA-37DE-1E6F084AA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389"/>
            <a:ext cx="9144000" cy="450322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829AFE6-A8B3-F6F6-6EF3-28B7856C0FF5}"/>
              </a:ext>
            </a:extLst>
          </p:cNvPr>
          <p:cNvSpPr txBox="1"/>
          <p:nvPr/>
        </p:nvSpPr>
        <p:spPr>
          <a:xfrm rot="20021038">
            <a:off x="3272609" y="252238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dirty="0" err="1">
                <a:solidFill>
                  <a:srgbClr val="FF0000"/>
                </a:solidFill>
              </a:rPr>
              <a:t>Reduce</a:t>
            </a:r>
            <a:r>
              <a:rPr lang="fr-CA" sz="5400" dirty="0">
                <a:solidFill>
                  <a:srgbClr val="FF0000"/>
                </a:solidFill>
              </a:rPr>
              <a:t> </a:t>
            </a:r>
            <a:r>
              <a:rPr lang="fr-CA" sz="5400" dirty="0" err="1">
                <a:solidFill>
                  <a:srgbClr val="FF0000"/>
                </a:solidFill>
              </a:rPr>
              <a:t>price</a:t>
            </a:r>
            <a:endParaRPr lang="fr-CA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051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6809824-A6E4-8B57-7E79-84A4729C2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5" y="0"/>
            <a:ext cx="7462229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D36A106-FFB2-459F-7ECB-9B4731D9F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0072" y="4005064"/>
            <a:ext cx="3793132" cy="23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6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BA1260F-90C2-FE70-1409-057F6753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3083"/>
            <a:ext cx="9144000" cy="577183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87DF8DB-6DC8-878D-394B-91FFE0093410}"/>
              </a:ext>
            </a:extLst>
          </p:cNvPr>
          <p:cNvSpPr txBox="1"/>
          <p:nvPr/>
        </p:nvSpPr>
        <p:spPr>
          <a:xfrm>
            <a:off x="3122674" y="1772816"/>
            <a:ext cx="6051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noProof="0" dirty="0">
                <a:solidFill>
                  <a:srgbClr val="FF0000"/>
                </a:solidFill>
              </a:rPr>
              <a:t>Land to sell in East Bolton - Québec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BD0A6-6252-E2E7-96AE-D416B7077D8A}"/>
              </a:ext>
            </a:extLst>
          </p:cNvPr>
          <p:cNvSpPr/>
          <p:nvPr/>
        </p:nvSpPr>
        <p:spPr>
          <a:xfrm>
            <a:off x="107504" y="5949280"/>
            <a:ext cx="50405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E79E5-30C7-E094-01E3-983776AF6197}"/>
              </a:ext>
            </a:extLst>
          </p:cNvPr>
          <p:cNvSpPr/>
          <p:nvPr/>
        </p:nvSpPr>
        <p:spPr>
          <a:xfrm>
            <a:off x="2483768" y="2213575"/>
            <a:ext cx="56082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8DA611-5957-0F0C-121A-E51C76A84698}"/>
              </a:ext>
            </a:extLst>
          </p:cNvPr>
          <p:cNvSpPr/>
          <p:nvPr/>
        </p:nvSpPr>
        <p:spPr>
          <a:xfrm>
            <a:off x="1115616" y="3068960"/>
            <a:ext cx="50405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91874-1536-5A47-CE40-41F561AB7DAB}"/>
              </a:ext>
            </a:extLst>
          </p:cNvPr>
          <p:cNvSpPr/>
          <p:nvPr/>
        </p:nvSpPr>
        <p:spPr>
          <a:xfrm>
            <a:off x="6660232" y="2241805"/>
            <a:ext cx="648072" cy="23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60179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23</Words>
  <Application>Microsoft Office PowerPoint</Application>
  <PresentationFormat>Affichage à l'écran (4:3)</PresentationFormat>
  <Paragraphs>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T3600</dc:creator>
  <cp:lastModifiedBy>Charles Roy</cp:lastModifiedBy>
  <cp:revision>15</cp:revision>
  <dcterms:created xsi:type="dcterms:W3CDTF">2026-05-19T20:01:19Z</dcterms:created>
  <dcterms:modified xsi:type="dcterms:W3CDTF">2026-07-30T19:20:36Z</dcterms:modified>
</cp:coreProperties>
</file>